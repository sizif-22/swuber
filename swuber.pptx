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72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880CB-0F8E-44E7-B7F7-D6EC3A5D972B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D6380-07B8-4045-8761-1EE0AD2005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973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880CB-0F8E-44E7-B7F7-D6EC3A5D972B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D6380-07B8-4045-8761-1EE0AD2005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760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880CB-0F8E-44E7-B7F7-D6EC3A5D972B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D6380-07B8-4045-8761-1EE0AD2005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138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880CB-0F8E-44E7-B7F7-D6EC3A5D972B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D6380-07B8-4045-8761-1EE0AD2005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180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880CB-0F8E-44E7-B7F7-D6EC3A5D972B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D6380-07B8-4045-8761-1EE0AD2005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739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880CB-0F8E-44E7-B7F7-D6EC3A5D972B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D6380-07B8-4045-8761-1EE0AD2005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804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880CB-0F8E-44E7-B7F7-D6EC3A5D972B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D6380-07B8-4045-8761-1EE0AD2005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249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880CB-0F8E-44E7-B7F7-D6EC3A5D972B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D6380-07B8-4045-8761-1EE0AD2005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60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880CB-0F8E-44E7-B7F7-D6EC3A5D972B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D6380-07B8-4045-8761-1EE0AD2005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333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880CB-0F8E-44E7-B7F7-D6EC3A5D972B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D6380-07B8-4045-8761-1EE0AD2005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275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880CB-0F8E-44E7-B7F7-D6EC3A5D972B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D6380-07B8-4045-8761-1EE0AD2005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489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A50880CB-0F8E-44E7-B7F7-D6EC3A5D972B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AA4D6380-07B8-4045-8761-1EE0AD2005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0937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EB408B-D4CE-6E19-523C-AA0B28320D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093788"/>
            <a:ext cx="10506455" cy="2967208"/>
          </a:xfrm>
        </p:spPr>
        <p:txBody>
          <a:bodyPr>
            <a:normAutofit/>
          </a:bodyPr>
          <a:lstStyle/>
          <a:p>
            <a:pPr algn="l"/>
            <a:r>
              <a:rPr lang="en-US" sz="8000" dirty="0">
                <a:latin typeface="Aharoni" panose="02010803020104030203" pitchFamily="2" charset="-79"/>
                <a:cs typeface="Aharoni" panose="02010803020104030203" pitchFamily="2" charset="-79"/>
              </a:rPr>
              <a:t>Welcome to </a:t>
            </a:r>
            <a:r>
              <a:rPr lang="en-US" sz="8000" dirty="0" err="1">
                <a:latin typeface="Aharoni" panose="02010803020104030203" pitchFamily="2" charset="-79"/>
                <a:cs typeface="Aharoni" panose="02010803020104030203" pitchFamily="2" charset="-79"/>
              </a:rPr>
              <a:t>Swuber</a:t>
            </a:r>
            <a:endParaRPr lang="en-US" sz="80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7A26FA-E89A-3813-8D93-98DA1BA66F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00923" y="4619624"/>
            <a:ext cx="3946780" cy="1038225"/>
          </a:xfrm>
        </p:spPr>
        <p:txBody>
          <a:bodyPr>
            <a:normAutofit/>
          </a:bodyPr>
          <a:lstStyle/>
          <a:p>
            <a:pPr algn="r"/>
            <a:r>
              <a:rPr lang="en-US" sz="2200" dirty="0">
                <a:solidFill>
                  <a:schemeClr val="tx2">
                    <a:lumMod val="25000"/>
                  </a:schemeClr>
                </a:solidFill>
              </a:rPr>
              <a:t>Ride with us—because your heart rate should only spike in the gym, not in traffic!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433116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46882" y="2348839"/>
            <a:ext cx="54864" cy="39467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0779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3483" y="685801"/>
            <a:ext cx="6313461" cy="1474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521"/>
              </a:lnSpc>
              <a:spcBef>
                <a:spcPct val="0"/>
              </a:spcBef>
            </a:pPr>
            <a:r>
              <a:rPr lang="en-US" sz="9600" dirty="0">
                <a:solidFill>
                  <a:srgbClr val="FFFFF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Contents</a:t>
            </a:r>
          </a:p>
        </p:txBody>
      </p:sp>
      <p:sp>
        <p:nvSpPr>
          <p:cNvPr id="10" name="AutoShape 10"/>
          <p:cNvSpPr/>
          <p:nvPr/>
        </p:nvSpPr>
        <p:spPr>
          <a:xfrm>
            <a:off x="4339257" y="5094981"/>
            <a:ext cx="7173756" cy="0"/>
          </a:xfrm>
          <a:prstGeom prst="line">
            <a:avLst/>
          </a:prstGeom>
          <a:ln w="19050" cap="flat">
            <a:solidFill>
              <a:srgbClr val="F2FC7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11" name="AutoShape 11"/>
          <p:cNvSpPr/>
          <p:nvPr/>
        </p:nvSpPr>
        <p:spPr>
          <a:xfrm>
            <a:off x="4339257" y="5612718"/>
            <a:ext cx="7173756" cy="0"/>
          </a:xfrm>
          <a:prstGeom prst="line">
            <a:avLst/>
          </a:prstGeom>
          <a:ln w="19050" cap="flat">
            <a:solidFill>
              <a:srgbClr val="F2FC7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12" name="AutoShape 12"/>
          <p:cNvSpPr/>
          <p:nvPr/>
        </p:nvSpPr>
        <p:spPr>
          <a:xfrm>
            <a:off x="4339257" y="6130455"/>
            <a:ext cx="7173756" cy="0"/>
          </a:xfrm>
          <a:prstGeom prst="line">
            <a:avLst/>
          </a:prstGeom>
          <a:ln w="19050" cap="flat">
            <a:solidFill>
              <a:srgbClr val="F2FC7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14" name="TextBox 14"/>
          <p:cNvSpPr txBox="1"/>
          <p:nvPr/>
        </p:nvSpPr>
        <p:spPr>
          <a:xfrm>
            <a:off x="4339257" y="4761395"/>
            <a:ext cx="2574500" cy="321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13"/>
              </a:lnSpc>
              <a:spcBef>
                <a:spcPct val="0"/>
              </a:spcBef>
            </a:pPr>
            <a:r>
              <a:rPr lang="en-US" sz="1866" dirty="0">
                <a:solidFill>
                  <a:srgbClr val="FFFFF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INTRODUCTION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339257" y="5825883"/>
            <a:ext cx="2574500" cy="321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13"/>
              </a:lnSpc>
              <a:spcBef>
                <a:spcPct val="0"/>
              </a:spcBef>
            </a:pPr>
            <a:r>
              <a:rPr lang="en-US" sz="1866" dirty="0">
                <a:solidFill>
                  <a:srgbClr val="FFFFF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PROJECT DETAILS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85800" y="2108201"/>
            <a:ext cx="5657487" cy="304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13"/>
              </a:lnSpc>
            </a:pPr>
            <a:r>
              <a:rPr lang="en-US" sz="1866" dirty="0">
                <a:solidFill>
                  <a:srgbClr val="FFFFFF"/>
                </a:solidFill>
                <a:latin typeface="Gordita"/>
              </a:rPr>
              <a:t>Navigating the </a:t>
            </a:r>
            <a:r>
              <a:rPr lang="en-US" sz="1866" dirty="0" err="1">
                <a:solidFill>
                  <a:srgbClr val="0A0A0A"/>
                </a:solidFill>
                <a:latin typeface="Gordita"/>
              </a:rPr>
              <a:t>insandouts</a:t>
            </a:r>
            <a:r>
              <a:rPr lang="en-US" sz="1866" dirty="0">
                <a:solidFill>
                  <a:srgbClr val="0A0A0A"/>
                </a:solidFill>
                <a:latin typeface="Gordita"/>
              </a:rPr>
              <a:t>   </a:t>
            </a:r>
            <a:r>
              <a:rPr lang="en-US" sz="1866" dirty="0">
                <a:solidFill>
                  <a:srgbClr val="FFFFFF"/>
                </a:solidFill>
                <a:latin typeface="Gordita"/>
              </a:rPr>
              <a:t>of  </a:t>
            </a:r>
            <a:r>
              <a:rPr lang="en-US" sz="1866" dirty="0">
                <a:solidFill>
                  <a:srgbClr val="0A0A0A"/>
                </a:solidFill>
                <a:latin typeface="Gordita"/>
              </a:rPr>
              <a:t>Q&amp;A</a:t>
            </a:r>
            <a:endParaRPr lang="en-US" sz="1866" dirty="0">
              <a:solidFill>
                <a:srgbClr val="FFFFFF"/>
              </a:solidFill>
              <a:latin typeface="Gordita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2276479" y="2126337"/>
            <a:ext cx="4260465" cy="2975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427"/>
              </a:lnSpc>
              <a:spcBef>
                <a:spcPct val="0"/>
              </a:spcBef>
            </a:pPr>
            <a:r>
              <a:rPr lang="en-US" sz="1733" dirty="0">
                <a:solidFill>
                  <a:srgbClr val="CA91F8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ins and outs      the Project</a:t>
            </a:r>
          </a:p>
        </p:txBody>
      </p:sp>
      <p:sp>
        <p:nvSpPr>
          <p:cNvPr id="15" name="TextBox 16">
            <a:extLst>
              <a:ext uri="{FF2B5EF4-FFF2-40B4-BE49-F238E27FC236}">
                <a16:creationId xmlns:a16="http://schemas.microsoft.com/office/drawing/2014/main" id="{B60B6EBC-3817-FEDA-428C-7AA43A8B0107}"/>
              </a:ext>
            </a:extLst>
          </p:cNvPr>
          <p:cNvSpPr txBox="1"/>
          <p:nvPr/>
        </p:nvSpPr>
        <p:spPr>
          <a:xfrm>
            <a:off x="4332444" y="5308147"/>
            <a:ext cx="2574500" cy="321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13"/>
              </a:lnSpc>
              <a:spcBef>
                <a:spcPct val="0"/>
              </a:spcBef>
            </a:pPr>
            <a:r>
              <a:rPr lang="en-US" sz="1866" dirty="0">
                <a:solidFill>
                  <a:srgbClr val="FFFFF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UML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5800" y="4428914"/>
            <a:ext cx="10820400" cy="1474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521"/>
              </a:lnSpc>
              <a:spcBef>
                <a:spcPct val="0"/>
              </a:spcBef>
            </a:pPr>
            <a:r>
              <a:rPr lang="en-US" sz="9600" dirty="0">
                <a:solidFill>
                  <a:srgbClr val="FFFFF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Introduction…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/>
          <p:cNvSpPr txBox="1"/>
          <p:nvPr/>
        </p:nvSpPr>
        <p:spPr>
          <a:xfrm>
            <a:off x="685800" y="685801"/>
            <a:ext cx="6809353" cy="1474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521"/>
              </a:lnSpc>
              <a:spcBef>
                <a:spcPct val="0"/>
              </a:spcBef>
            </a:pPr>
            <a:r>
              <a:rPr lang="en-US" sz="9600" dirty="0">
                <a:solidFill>
                  <a:srgbClr val="FFFFF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Our Team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22678" y="2616201"/>
            <a:ext cx="2228582" cy="2853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ctr">
              <a:lnSpc>
                <a:spcPts val="2426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866" dirty="0">
                <a:solidFill>
                  <a:srgbClr val="FFFFFF"/>
                </a:solidFill>
                <a:latin typeface="Gordita" panose="020B0604020202020204" charset="0"/>
                <a:cs typeface="Gordita" panose="020B0604020202020204" charset="0"/>
              </a:rPr>
              <a:t>Ahmed Khaled </a:t>
            </a:r>
          </a:p>
        </p:txBody>
      </p:sp>
      <p:sp>
        <p:nvSpPr>
          <p:cNvPr id="43" name="TextBox 15">
            <a:extLst>
              <a:ext uri="{FF2B5EF4-FFF2-40B4-BE49-F238E27FC236}">
                <a16:creationId xmlns:a16="http://schemas.microsoft.com/office/drawing/2014/main" id="{5C6CE353-B3EF-E5EB-1062-E137ED794F6F}"/>
              </a:ext>
            </a:extLst>
          </p:cNvPr>
          <p:cNvSpPr txBox="1"/>
          <p:nvPr/>
        </p:nvSpPr>
        <p:spPr>
          <a:xfrm>
            <a:off x="254000" y="3124201"/>
            <a:ext cx="2311400" cy="2853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ctr">
              <a:lnSpc>
                <a:spcPts val="2426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866" dirty="0">
                <a:solidFill>
                  <a:srgbClr val="FFFFFF"/>
                </a:solidFill>
                <a:latin typeface="Gordita" panose="020B0604020202020204" charset="0"/>
                <a:cs typeface="Gordita" panose="020B0604020202020204" charset="0"/>
              </a:rPr>
              <a:t>Nada Magdy</a:t>
            </a:r>
          </a:p>
        </p:txBody>
      </p:sp>
      <p:sp>
        <p:nvSpPr>
          <p:cNvPr id="44" name="TextBox 15">
            <a:extLst>
              <a:ext uri="{FF2B5EF4-FFF2-40B4-BE49-F238E27FC236}">
                <a16:creationId xmlns:a16="http://schemas.microsoft.com/office/drawing/2014/main" id="{3B887E10-8764-7A33-F37F-8DD3A6A96459}"/>
              </a:ext>
            </a:extLst>
          </p:cNvPr>
          <p:cNvSpPr txBox="1"/>
          <p:nvPr/>
        </p:nvSpPr>
        <p:spPr>
          <a:xfrm>
            <a:off x="457200" y="3632201"/>
            <a:ext cx="2311400" cy="2853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ctr">
              <a:lnSpc>
                <a:spcPts val="2426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866" dirty="0">
                <a:solidFill>
                  <a:srgbClr val="FFFFFF"/>
                </a:solidFill>
                <a:latin typeface="Gordita" panose="020B0604020202020204" charset="0"/>
                <a:cs typeface="Gordita" panose="020B0604020202020204" charset="0"/>
              </a:rPr>
              <a:t>Noureen Ahmed</a:t>
            </a:r>
          </a:p>
        </p:txBody>
      </p:sp>
      <p:sp>
        <p:nvSpPr>
          <p:cNvPr id="5" name="TextBox 15">
            <a:extLst>
              <a:ext uri="{FF2B5EF4-FFF2-40B4-BE49-F238E27FC236}">
                <a16:creationId xmlns:a16="http://schemas.microsoft.com/office/drawing/2014/main" id="{ED07B86C-AFBC-DF57-2432-37B4B0EE831D}"/>
              </a:ext>
            </a:extLst>
          </p:cNvPr>
          <p:cNvSpPr txBox="1"/>
          <p:nvPr/>
        </p:nvSpPr>
        <p:spPr>
          <a:xfrm>
            <a:off x="152400" y="4140201"/>
            <a:ext cx="2311400" cy="2853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ctr">
              <a:lnSpc>
                <a:spcPts val="2426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866" dirty="0">
                <a:solidFill>
                  <a:srgbClr val="FFFFFF"/>
                </a:solidFill>
                <a:latin typeface="Gordita" panose="020B0604020202020204" charset="0"/>
                <a:cs typeface="Gordita" panose="020B0604020202020204" charset="0"/>
              </a:rPr>
              <a:t>Sherif </a:t>
            </a:r>
            <a:r>
              <a:rPr lang="en-US" sz="1866" dirty="0" err="1">
                <a:solidFill>
                  <a:srgbClr val="FFFFFF"/>
                </a:solidFill>
                <a:latin typeface="Gordita" panose="020B0604020202020204" charset="0"/>
                <a:cs typeface="Gordita" panose="020B0604020202020204" charset="0"/>
              </a:rPr>
              <a:t>Lotfy</a:t>
            </a:r>
            <a:endParaRPr lang="en-US" sz="1866" dirty="0">
              <a:solidFill>
                <a:srgbClr val="FFFFFF"/>
              </a:solidFill>
              <a:latin typeface="Gordita" panose="020B0604020202020204" charset="0"/>
              <a:cs typeface="Gordita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2241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/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91</TotalTime>
  <Words>51</Words>
  <Application>Microsoft Office PowerPoint</Application>
  <PresentationFormat>Widescreen</PresentationFormat>
  <Paragraphs>14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Aharoni</vt:lpstr>
      <vt:lpstr>Aptos</vt:lpstr>
      <vt:lpstr>Aptos Display</vt:lpstr>
      <vt:lpstr>Arial</vt:lpstr>
      <vt:lpstr>Calibri</vt:lpstr>
      <vt:lpstr>Gordita</vt:lpstr>
      <vt:lpstr>Office Theme</vt:lpstr>
      <vt:lpstr>Welcome to Swuber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شريف لطفى ابراهيم عبدالمجيد</dc:creator>
  <cp:lastModifiedBy>شريف لطفى ابراهيم عبدالمجيد</cp:lastModifiedBy>
  <cp:revision>1</cp:revision>
  <dcterms:created xsi:type="dcterms:W3CDTF">2024-10-19T10:46:58Z</dcterms:created>
  <dcterms:modified xsi:type="dcterms:W3CDTF">2024-10-19T12:18:30Z</dcterms:modified>
</cp:coreProperties>
</file>